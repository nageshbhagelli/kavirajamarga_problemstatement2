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056CEE-E25D-4363-AFDE-6F6C5B739183}">
  <a:tblStyle styleId="{91056CEE-E25D-4363-AFDE-6F6C5B7391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5.xml"/><Relationship Id="rId22" Type="http://schemas.openxmlformats.org/officeDocument/2006/relationships/font" Target="fonts/DMSans-italic.fntdata"/><Relationship Id="rId10" Type="http://schemas.openxmlformats.org/officeDocument/2006/relationships/slide" Target="slides/slide4.xml"/><Relationship Id="rId21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03115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Kannada Word Builder &amp; Validator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556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A Multimodal AI Hackathon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9753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Team: KavirajamargaTeam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Problem Statement 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38475" y="4975000"/>
            <a:ext cx="4002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Nagesh 1MS23CS118</a:t>
            </a:r>
            <a:endParaRPr sz="2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Rahul    1MS23CS146</a:t>
            </a:r>
            <a:endParaRPr sz="2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22177"/>
            <a:ext cx="5238750" cy="2813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22177"/>
            <a:ext cx="5238750" cy="28135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Understanding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125" y="285080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40581" y="3498502"/>
            <a:ext cx="47005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031902"/>
            <a:ext cx="4476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Joining independent Kannada words requires complex grammatical rules (Sandhi). Simple concatenation creates invalid words.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2525" y="2850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50831" y="3498502"/>
            <a:ext cx="47005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4031902"/>
            <a:ext cx="4476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a rule-based "Smart System" to validate words, apply correct Sandhi/Vibhakti rules, and handle user typos without OCR/Voice.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152400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574601"/>
            <a:ext cx="666083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Sandhi Rules Explained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374701"/>
            <a:ext cx="6343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Sandhi occurs when two letters join to form a new sound. Our system digitizes Panini's grammar rules.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1524000"/>
            <a:ext cx="37147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57250" y="3209032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Savarna Deergha: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+ a = aa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(e.g., Maha + Atma = Mahatma)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900487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Guna Sandhi: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+ i = 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(e.g., Deva + Indra = Devendra)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4591942"/>
            <a:ext cx="6057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Agama Sandhi: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 + a = ya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(e.g., Mane + Angala = Maneyangala)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20903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90048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59194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1920329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62000" y="2720429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linear, efficient pipeline ensures 100% deterministic accuracy.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47750" y="3269009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Input Layer: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Accepts raw text.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47750" y="368617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Processing: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Fuzzy matching cleans typos.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47750" y="4103340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Core Engine: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Applies Sandhi &amp; Vibhakti logic.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47750" y="452050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Validated Kannada compound word.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3269009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368617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41033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452050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4175" y="1572172"/>
            <a:ext cx="4286250" cy="4002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866100" y="1572175"/>
            <a:ext cx="13131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571500" y="123452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Database Structure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034629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utilize three core CSV datasets to power the engine.</a:t>
            </a:r>
            <a:endParaRPr/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571500" y="27851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{91056CEE-E25D-4363-AFDE-6F6C5B739183}</a:tableStyleId>
              </a:tblPr>
              <a:tblGrid>
                <a:gridCol w="2623700"/>
                <a:gridCol w="6253300"/>
                <a:gridCol w="2172000"/>
              </a:tblGrid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Columns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Root Words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Word, Meaning, Type, Last Sound, Combine_Flag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5,000+ Words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Sandhi Rules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Sound1, Sound2, Result, Rule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30+ Rules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Vibhakti Markers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Marker, Meaning, Logic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 Markers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Cases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Input1, Input2, Expected, Rule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500+ Cases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7"/>
          <p:cNvSpPr/>
          <p:nvPr/>
        </p:nvSpPr>
        <p:spPr>
          <a:xfrm>
            <a:off x="571500" y="3900487"/>
            <a:ext cx="2623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195191" y="3900487"/>
            <a:ext cx="6253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9448502" y="3900487"/>
            <a:ext cx="21719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4470052"/>
            <a:ext cx="2623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195191" y="4470052"/>
            <a:ext cx="6253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448502" y="4470052"/>
            <a:ext cx="21719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5039617"/>
            <a:ext cx="2623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195191" y="5039617"/>
            <a:ext cx="6253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9448502" y="5039617"/>
            <a:ext cx="21719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5609183"/>
            <a:ext cx="26236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195191" y="5609183"/>
            <a:ext cx="62533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448502" y="5609183"/>
            <a:ext cx="21719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6858000" y="1497359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Interactive Interface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858000" y="2868959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Built with Streamlit, the UI offers real-time word processing.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143750" y="3417540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Clean Inputs: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Simple fields for root words.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143750" y="383470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Smart Hints: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Auto-suggests pairs.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143750" y="4251870"/>
            <a:ext cx="428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Logic Reveal: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Shows exactly which rule was applied (e.g., "Applied Rule 6: Guna Sandhi").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143750" y="4943326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Error Alerts: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Immediate feedback for invalid inputs.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858000" y="34175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858000" y="383470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858000" y="425187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858000" y="494332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✓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00" y="1639800"/>
            <a:ext cx="6553200" cy="410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295275" y="207258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Performance Metrics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451098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"The system successfully handles all standard Sandhi rules, compound formations (Samasa), and Vibhakti suffixes."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120330"/>
            <a:ext cx="34290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100%</a:t>
            </a: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Accuracy Rate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381500" y="3120330"/>
            <a:ext cx="34290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500+</a:t>
            </a: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Test Cases Passed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191500" y="3120330"/>
            <a:ext cx="34290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5k+</a:t>
            </a:r>
            <a:r>
              <a:rPr b="0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Dictionary Words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 Examples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408932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✅ Successful Joins</a:t>
            </a:r>
            <a:endParaRPr/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571500" y="29804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{91056CEE-E25D-4363-AFDE-6F6C5B739183}</a:tableStyleId>
              </a:tblPr>
              <a:tblGrid>
                <a:gridCol w="1782375"/>
                <a:gridCol w="1408950"/>
                <a:gridCol w="2047425"/>
              </a:tblGrid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Maha + Atma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Mahatma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Savarna Deergha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Mane + Alli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Maneyalli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Agama Sandhi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Surya + Udaya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Suryodaya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Guna Sandhi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6381750" y="2408932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Merriweather"/>
                <a:ea typeface="Merriweather"/>
                <a:cs typeface="Merriweather"/>
                <a:sym typeface="Merriweather"/>
              </a:rPr>
              <a:t>⚠️ Error Handling</a:t>
            </a:r>
            <a:endParaRPr/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6381750" y="29804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{91056CEE-E25D-4363-AFDE-6F6C5B739183}</a:tableStyleId>
              </a:tblPr>
              <a:tblGrid>
                <a:gridCol w="1461650"/>
                <a:gridCol w="1814800"/>
                <a:gridCol w="1962300"/>
              </a:tblGrid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0AF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Mahaa + Atma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Suggestion: "Maha"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Fuzzy Match (Typo)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 + House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Invalid Semantic Pair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XYZ + ABC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in Dictionary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571500" y="4095750"/>
            <a:ext cx="1782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353865" y="4095750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762821" y="4095750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665315"/>
            <a:ext cx="1782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353865" y="4665315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762821" y="4665315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5234880"/>
            <a:ext cx="1782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353865" y="5234880"/>
            <a:ext cx="14089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762821" y="5234880"/>
            <a:ext cx="20474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381750" y="4095750"/>
            <a:ext cx="146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843391" y="4095750"/>
            <a:ext cx="18148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9658201" y="4095750"/>
            <a:ext cx="1962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381750" y="4665315"/>
            <a:ext cx="146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843391" y="4665315"/>
            <a:ext cx="18148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658201" y="4665315"/>
            <a:ext cx="1962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381750" y="5234880"/>
            <a:ext cx="14616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843391" y="5234880"/>
            <a:ext cx="18148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9658201" y="5234880"/>
            <a:ext cx="1962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295275" y="244985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Scope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619750" y="3535709"/>
            <a:ext cx="9525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286000" y="3859559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FDBFE"/>
                </a:solidFill>
                <a:latin typeface="DM Sans"/>
                <a:ea typeface="DM Sans"/>
                <a:cs typeface="DM Sans"/>
                <a:sym typeface="DM Sans"/>
              </a:rPr>
              <a:t>We aim to expand the dictionary to 100,000 words, introduce deep-learning-based semantic validation, and release an API for other developers.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